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0BE70-C775-4CDB-B1D2-DE37E36BBE3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FD05-1D21-4E03-9109-F7BF18E1115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867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0BE70-C775-4CDB-B1D2-DE37E36BBE3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FD05-1D21-4E03-9109-F7BF18E11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36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0BE70-C775-4CDB-B1D2-DE37E36BBE3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FD05-1D21-4E03-9109-F7BF18E1115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609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0BE70-C775-4CDB-B1D2-DE37E36BBE3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FD05-1D21-4E03-9109-F7BF18E11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38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0BE70-C775-4CDB-B1D2-DE37E36BBE3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FD05-1D21-4E03-9109-F7BF18E11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164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0BE70-C775-4CDB-B1D2-DE37E36BBE3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FD05-1D21-4E03-9109-F7BF18E11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88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0BE70-C775-4CDB-B1D2-DE37E36BBE3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FD05-1D21-4E03-9109-F7BF18E11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969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A30BE70-C775-4CDB-B1D2-DE37E36BBE3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8C2FD05-1D21-4E03-9109-F7BF18E11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72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0BE70-C775-4CDB-B1D2-DE37E36BBE3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FD05-1D21-4E03-9109-F7BF18E11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5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0BE70-C775-4CDB-B1D2-DE37E36BBE3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FD05-1D21-4E03-9109-F7BF18E11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98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0BE70-C775-4CDB-B1D2-DE37E36BBE3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FD05-1D21-4E03-9109-F7BF18E11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24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A30BE70-C775-4CDB-B1D2-DE37E36BBE3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8C2FD05-1D21-4E03-9109-F7BF18E1115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473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67D1-7584-95FF-B35A-69878B7C9B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59" y="-97971"/>
            <a:ext cx="10894423" cy="225334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Heart Disease Analysis Dashboard</a:t>
            </a:r>
            <a:br>
              <a:rPr lang="en-US" sz="4800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4800" b="1" dirty="0">
                <a:latin typeface="Bahnschrift Light Condensed" panose="020B0502040204020203" pitchFamily="34" charset="0"/>
                <a:ea typeface="Cambria" panose="02040503050406030204" pitchFamily="18" charset="0"/>
              </a:rPr>
              <a:t>                   </a:t>
            </a:r>
            <a:r>
              <a:rPr lang="en-US" sz="3200" dirty="0">
                <a:latin typeface="Bahnschrift Light Condensed" panose="020B0502040204020203" pitchFamily="34" charset="0"/>
              </a:rPr>
              <a:t>A Tableau Data Visualization Project</a:t>
            </a:r>
            <a:endParaRPr lang="en-US" sz="3200" b="1" dirty="0">
              <a:latin typeface="Bahnschrift Light Condensed" panose="020B0502040204020203" pitchFamily="34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195354-EABC-221F-FF8B-B4481BE028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                                                                            presented by:</a:t>
            </a:r>
          </a:p>
          <a:p>
            <a:r>
              <a:rPr lang="en-US" dirty="0">
                <a:latin typeface="+mn-lt"/>
              </a:rPr>
              <a:t>                                                                            </a:t>
            </a:r>
            <a:r>
              <a:rPr lang="en-US" dirty="0" err="1">
                <a:latin typeface="+mn-lt"/>
              </a:rPr>
              <a:t>aMala</a:t>
            </a:r>
            <a:r>
              <a:rPr lang="en-US" dirty="0">
                <a:latin typeface="+mn-lt"/>
              </a:rPr>
              <a:t> joseph</a:t>
            </a:r>
          </a:p>
        </p:txBody>
      </p:sp>
    </p:spTree>
    <p:extLst>
      <p:ext uri="{BB962C8B-B14F-4D97-AF65-F5344CB8AC3E}">
        <p14:creationId xmlns:p14="http://schemas.microsoft.com/office/powerpoint/2010/main" val="139856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EB8ED-8EAF-2670-CCA2-F6142E5CC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937" y="-148826"/>
            <a:ext cx="10058400" cy="1450757"/>
          </a:xfrm>
        </p:spPr>
        <p:txBody>
          <a:bodyPr/>
          <a:lstStyle/>
          <a:p>
            <a:r>
              <a:rPr lang="en-US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309529-8F65-C012-8780-D5B13896DA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9414" y="1720840"/>
            <a:ext cx="1166018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heart disease patterns in patients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age-wise, gender-wise, and condition-wise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risk factors like cholesterol, max heart rate, and rest BP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Discover insights that can support early identification of high-risk groups</a:t>
            </a:r>
          </a:p>
        </p:txBody>
      </p:sp>
    </p:spTree>
    <p:extLst>
      <p:ext uri="{BB962C8B-B14F-4D97-AF65-F5344CB8AC3E}">
        <p14:creationId xmlns:p14="http://schemas.microsoft.com/office/powerpoint/2010/main" val="851867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58DAF-E621-AA1C-6AD3-29ABB4A3A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12432"/>
            <a:ext cx="10058400" cy="1450757"/>
          </a:xfrm>
        </p:spPr>
        <p:txBody>
          <a:bodyPr/>
          <a:lstStyle/>
          <a:p>
            <a:r>
              <a:rPr lang="en-US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6097A7-27C8-96A3-11A3-CCD492FAF4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087699"/>
            <a:ext cx="630493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918 patients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Source: Heart disease dataset (CSV)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columns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Age, Sex, Chest Pain Type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Cholesterol, Resting BP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 Heart Rate, Heart Disease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Heart Disease (0/1)</a:t>
            </a:r>
          </a:p>
        </p:txBody>
      </p:sp>
    </p:spTree>
    <p:extLst>
      <p:ext uri="{BB962C8B-B14F-4D97-AF65-F5344CB8AC3E}">
        <p14:creationId xmlns:p14="http://schemas.microsoft.com/office/powerpoint/2010/main" val="385875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D8FE4-7F59-7295-087E-964C441F7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9774"/>
            <a:ext cx="10058400" cy="1450757"/>
          </a:xfrm>
        </p:spPr>
        <p:txBody>
          <a:bodyPr/>
          <a:lstStyle/>
          <a:p>
            <a:r>
              <a:rPr lang="en-US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3A62B-55D3-71A2-D856-45CAE6FE8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Dashboard 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 (Total patients, disease rate, avg cholesterol, avg max HR)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charts for age-wise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Stacked bar by chest pain type &amp; gender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 for gender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 for heart disease count by 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of Max Heart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of Rest BP vs 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+ line dual chart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750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D0638-FCA5-C7D8-D64A-EC837E390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1546"/>
            <a:ext cx="10058400" cy="1450757"/>
          </a:xfrm>
        </p:spPr>
        <p:txBody>
          <a:bodyPr/>
          <a:lstStyle/>
          <a:p>
            <a:r>
              <a:rPr lang="en-US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Metrics &amp;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D4D70-550C-20E4-C325-1951BC40E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Patients:                     918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Rate:            55.3%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Cholesterol:         198.8 mg/dl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Max Heart Rate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136.8 bpm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half the patients show heart disease → high risk population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Cholesterol and max HR levels suggest moderate to high cardiac strain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661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CBBA-523E-40AD-8CEB-96CCBC0F8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60" y="79775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Group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BE2AA-7BBD-E922-1AB8-002830082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bar charts: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disease cases appear 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50–59 age group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40–49 and 60+ groups also show significant risk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Younger groups (&lt;40) have much fewer cases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increases sharply after age 40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228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92419-4883-F918-5138-CBA8E2F88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Chest Pain &amp; Gender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3311B-9B57-4382-05B7-67D8D6D1B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stacked bar: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chest pain types among heart disease patients:</a:t>
            </a:r>
          </a:p>
          <a:p>
            <a:pPr lvl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 (Non-anginal pain)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ATA (Atypical angina)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distribution:</a:t>
            </a:r>
          </a:p>
          <a:p>
            <a:pPr lvl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Male: 79%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Female: 21%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is far more prevalent in males in this dataset.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004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F95EE-F05C-42F3-55C3-99B911668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0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Vital Signs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C22E4-2B33-0B9A-2360-898AC2C00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histogram &amp; scatter plot: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Heart Rate clusters mostly around 140–160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Resting BP shows no clear pattern with age (wide scatter)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younger patients still show high BP → risk is not age-dependent alone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219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A3D10-6BBF-46CE-A3EF-030A5134D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874" y="90660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9659A5-CCBE-D73F-6F94-87AB316A87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0999" y="1873240"/>
            <a:ext cx="1207225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 half of the dataset population has heart disease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 40+ is the highest risk bracket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 show significantly higher heart disease rates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Non-anginal &amp; atypical angina are major chest pain indicators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Cholesterol &amp; Max HR values highlight a stressed     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profile</a:t>
            </a:r>
          </a:p>
        </p:txBody>
      </p:sp>
    </p:spTree>
    <p:extLst>
      <p:ext uri="{BB962C8B-B14F-4D97-AF65-F5344CB8AC3E}">
        <p14:creationId xmlns:p14="http://schemas.microsoft.com/office/powerpoint/2010/main" val="2943784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BB55B-A246-E7C9-34D2-477288CAD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41AD8D-3553-9A3E-9A4C-91154D6654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2737" y="1843950"/>
            <a:ext cx="1151926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risk is strongly linked to age, sex, and chest pain type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helps identify high-risk groups quickly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visuals can support hospitals in early screening and resource planning</a:t>
            </a:r>
          </a:p>
        </p:txBody>
      </p:sp>
    </p:spTree>
    <p:extLst>
      <p:ext uri="{BB962C8B-B14F-4D97-AF65-F5344CB8AC3E}">
        <p14:creationId xmlns:p14="http://schemas.microsoft.com/office/powerpoint/2010/main" val="1447941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AC46F-A5A0-47EE-A141-027379018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2314" y="1712632"/>
            <a:ext cx="10480766" cy="1716368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    THANK YOU</a:t>
            </a:r>
          </a:p>
        </p:txBody>
      </p:sp>
    </p:spTree>
    <p:extLst>
      <p:ext uri="{BB962C8B-B14F-4D97-AF65-F5344CB8AC3E}">
        <p14:creationId xmlns:p14="http://schemas.microsoft.com/office/powerpoint/2010/main" val="239284582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57</TotalTime>
  <Words>436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Algerian</vt:lpstr>
      <vt:lpstr>Arial</vt:lpstr>
      <vt:lpstr>Bahnschrift Light Condensed</vt:lpstr>
      <vt:lpstr>Calibri</vt:lpstr>
      <vt:lpstr>Calibri Light</vt:lpstr>
      <vt:lpstr>Cambria</vt:lpstr>
      <vt:lpstr>Times New Roman</vt:lpstr>
      <vt:lpstr>Retrospect</vt:lpstr>
      <vt:lpstr>Heart Disease Analysis Dashboard                    A Tableau Data Visualization Project</vt:lpstr>
      <vt:lpstr>Objective</vt:lpstr>
      <vt:lpstr>Dataset Overview</vt:lpstr>
      <vt:lpstr>Dashboard Overview</vt:lpstr>
      <vt:lpstr>Key Metrics &amp; Insights</vt:lpstr>
      <vt:lpstr>Age Group Insights</vt:lpstr>
      <vt:lpstr>Chest Pain &amp; Gender Analysis</vt:lpstr>
      <vt:lpstr>Vital Signs Analysis</vt:lpstr>
      <vt:lpstr>Major Findings</vt:lpstr>
      <vt:lpstr>Conclusion</vt:lpstr>
      <vt:lpstr>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3</cp:revision>
  <dcterms:created xsi:type="dcterms:W3CDTF">2025-12-04T15:38:01Z</dcterms:created>
  <dcterms:modified xsi:type="dcterms:W3CDTF">2025-12-04T17:16:36Z</dcterms:modified>
</cp:coreProperties>
</file>